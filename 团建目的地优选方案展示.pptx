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slideMasters/slideMaster21.xml" ContentType="application/vnd.openxmlformats-officedocument.presentationml.slideMaster+xml"/>
  <ns0:Override PartName="/ppt/slides/slide21.xml" ContentType="application/vnd.openxmlformats-officedocument.presentationml.slide+xml"/>
  <ns0:Override PartName="/ppt/slideMasters/slideMaster22.xml" ContentType="application/vnd.openxmlformats-officedocument.presentationml.slideMaster+xml"/>
  <ns0:Override PartName="/ppt/slides/slide22.xml" ContentType="application/vnd.openxmlformats-officedocument.presentationml.slide+xml"/>
  <ns0:Override PartName="/ppt/slideMasters/slideMaster23.xml" ContentType="application/vnd.openxmlformats-officedocument.presentationml.slideMaster+xml"/>
  <ns0:Override PartName="/ppt/slides/slide23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notesSlides/notesSlide22.xml" ContentType="application/vnd.openxmlformats-officedocument.presentationml.notesSlide+xml"/>
  <ns0:Override PartName="/ppt/notesSlides/notesSlide23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团建目的地优选方案展示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AE9CE2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通义智能PPT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6452" b="6452"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元荡湖：湖畔活力全开的沉浸式团建体验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天鹅湖营地：森系露营与精致休闲的完美融合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淀山湖：水陆空全景玩法的高人气团建胜地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综合评估与推荐建议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元荡湖：湖畔活力全开的沉浸式团建体验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5960" r="5960" t="0" b="0"/>
          <a:stretch/>
        </p:blipFill>
        <p:spPr>
          <a:xfrm>
            <a:off x="0" y="0"/>
            <a:ext cx="9144000" cy="583882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230" b="523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湖景别墅轰趴烧烤，私密空间营造轻松氛围，适合团队深度交流与放松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828800"/>
            <a:ext cx="8382000" cy="38195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14775" y="2286000"/>
            <a:ext cx="1314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团队空间设计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76275" y="3529013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私密环境营造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76300" y="38576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独栋湖景别墅，提供远离城市喧嚣的静谧氛围。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76300" y="45243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独立庭院设计，增强空间专属感与安全感。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009775" y="3529013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舒适生活配套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209800" y="38576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观景阳台配置，便于欣赏自然景观放松身心。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2209800" y="45243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专业烧烤设施，支持户外聚餐与美食互动。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343275" y="3529013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情感交流促进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43300" y="3857625"/>
            <a:ext cx="10096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开放式空间布局，鼓励成员间轻松自然的交谈。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543300" y="4733925"/>
            <a:ext cx="10096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非正式沟通场景，降低心理距离增进彼此了解。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676775" y="3529013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深度互动支持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76800" y="38576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茶话会空间布置，适合分享观点与倾听故事。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876800" y="45243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即兴游戏区域，激发团队活力与 spontaneity。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010275" y="3529013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创意激发环境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10300" y="38576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自然环绕景观，有助于思维放松与灵感涌现。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10300" y="45243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安静思考角落，支持个人沉淀后贡献集体智慧。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343775" y="3529013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团队默契建设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543800" y="38576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共同烹饪体验，通过协作完成任务增强信任。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543800" y="45243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自由活动安排，提升团队自主性与凝聚力。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292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4320" r="4320" t="0" b="0"/>
          <a:stretch/>
        </p:blipFill>
        <p:spPr>
          <a:xfrm>
            <a:off x="0" y="0"/>
            <a:ext cx="9144000" cy="56292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230" b="523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环湖骑行绿道长达15公里，穿梭水杉林与跨湖栈桥，尽享低碳健康乐趣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828800"/>
            <a:ext cx="8382000" cy="36099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6888" y="191452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085850" y="230505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绿道串联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85850" y="2595563"/>
            <a:ext cx="162877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15公里环湖绿道连接水杉林、跨湖栈桥与元荡湖湿地。沿途自然景观丰富，形成生态闭环。空间布局提升游览连贯性。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548062" y="191452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867025" y="230505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生态美景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867025" y="2595563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湖风拂面，水质清澈，植被茂密。骑行中沉浸于自然秘境。风景如画，宜观鸟赏景。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329238" y="191452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48200" y="230505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环保意识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48200" y="2595563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亲近自然过程中增强生态保护观念。实地感受环境价值。提升团队环保责任感。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110413" y="191452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29375" y="230505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团队凝聚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29375" y="2595563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共同骑行促进成员互动。协作完成路程增强归属感。活动设计利于团队融合。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110413" y="38052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29375" y="41957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灵活节奏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29375" y="4486275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骑行强度可自由调节。适应不同体能水平参与者。保障全员舒适体验。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329238" y="38052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648200" y="41957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特色打卡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648200" y="4486275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设置咖啡书屋、休憩驿站等节点。提供多样化停留体验。增强活动趣味性与记忆点。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548062" y="38052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2867025" y="41957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咖啡骑行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867025" y="4486275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融合咖啡文化与骑行活动。打造新颖生活方式场景。提升体验的沉浸感与品质感。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766888" y="38052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085850" y="41957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低碳团建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085850" y="4486275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倡导绿色出行方式。结合健康与环保理念。创造可持续的团队建设新模式。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3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915" r="915" t="0" b="0"/>
          <a:stretch/>
        </p:blipFill>
        <p:spPr>
          <a:xfrm>
            <a:off x="0" y="0"/>
            <a:ext cx="9144000" cy="523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真人CS镭射对抗激发团队协作与战略思维，紧张刺激中提升凝聚力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8333" b="8333"/>
          <a:stretch/>
        </p:blipFill>
        <p:spPr>
          <a:xfrm>
            <a:off x="571500" y="182880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4480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战术协作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695700"/>
            <a:ext cx="1524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真人CS通过分组对抗，要求队员明确分工、实时沟通，共同制定进攻与防守策略。在动态战局中培养团队默契与协同作战能力。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8333" b="8333"/>
          <a:stretch/>
        </p:blipFill>
        <p:spPr>
          <a:xfrm>
            <a:off x="2667000" y="182880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62250" y="34480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沉浸场景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62250" y="3695700"/>
            <a:ext cx="1524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元荡湖畔丛林与栈桥构成天然战场，掩体丰富且环境多变。真实感场景增强代入感，让员工全情投入角色，释放压力又激发斗志。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8333" b="8333"/>
          <a:stretch/>
        </p:blipFill>
        <p:spPr>
          <a:xfrm>
            <a:off x="4762500" y="182880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0" y="34480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智力博弈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57750" y="3695700"/>
            <a:ext cx="1524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胜负不仅依赖反应速度，更考验战略部署与临场应变。团队需分析地形、调配人力，在有限时间内做出最优决策，锻炼全局思维。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8333" b="8333"/>
          <a:stretch/>
        </p:blipFill>
        <p:spPr>
          <a:xfrm>
            <a:off x="6858000" y="182880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3250" y="34480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凝聚升华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53250" y="3695700"/>
            <a:ext cx="152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紧张刺激的对抗后，胜利的喜悦或复盘的反思都能加深成员间情感连接。在共同经历中建立信任，提升团队归属感与凝聚力。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912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9127" r="9127" t="0" b="0"/>
          <a:stretch/>
        </p:blipFill>
        <p:spPr>
          <a:xfrm>
            <a:off x="0" y="0"/>
            <a:ext cx="9144000" cy="6291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人均花费预估300-400元，含交通、餐饮与活动，性价比高且市区1小时可达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847850"/>
            <a:ext cx="4171950" cy="14144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952625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交通便捷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243138"/>
            <a:ext cx="2571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元荡湖距上海市区仅1小时车程，大巴或自驾均可快速抵达。便利的交通大幅节省通勤时间与成本，提升团建整体效率与体验舒适度。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1847850"/>
            <a:ext cx="4171950" cy="14144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205501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费用透明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34553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人均300-400元涵盖交通、餐饮与全部活动项目，无隐形消费。预算清晰可控，适合企业批量组织与财务审批流程。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0050" y="3262313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469481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骑行畅享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759994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15公里环湖绿道贯穿水杉林与跨湖栈桥，骑行装备租赁齐全。低碳健康又富趣味，是团队放松身心、激发活力的理想方式。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0" y="3262313"/>
            <a:ext cx="4171950" cy="2819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469481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活动丰富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759994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融合骑行、真人CS、烧烤派对等多元项目，满足不同成员偏好。动静结合的设计有效促进协作，增强团队凝聚力与参与感。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00050" y="4672013"/>
            <a:ext cx="4171950" cy="14097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0075" y="4879181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高性价比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00075" y="5169694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相比同类户外团建地，元荡湖在内容密度与价格之间实现最优平衡。同等预算下提供更深度的沉浸式体验，回报感显著。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天鹅湖营地：森系露营与精致休闲的完美融合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78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2885" r="2885" t="0" b="0"/>
          <a:stretch/>
        </p:blipFill>
        <p:spPr>
          <a:xfrm>
            <a:off x="0" y="0"/>
            <a:ext cx="9144000" cy="545782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230" b="523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开阔草地搭建帐篷，配备小夜灯与星星灯，打造网红级露营美学场景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182880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15741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营地选址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2405063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天鹅湖营地选在湖畔开阔草地上，地势平坦、视野无遮挡，便于搭建帐篷并欣赏湖景。临近水源且背风向阳，提升露营舒适度与安全性。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667000" y="182880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67000" y="215741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美学设计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67000" y="2405063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帐篷区配备小夜灯与星星灯串，夜间营造梦幻光影效果，打造网红级拍照场景。灯光布局兼顾氛围与实用，增强团队成员沉浸感。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62500" y="182880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62500" y="215741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装备配置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62500" y="2405063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提供双人及多人帐篷、防潮垫与睡袋，确保基础露营需求。所有设备风格统一，契合森系主题，提升整体视觉协调性。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858000" y="182880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58000" y="215741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私密分区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858000" y="2405063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帐篷按小组错落布置，保持适当间距，保障团队交流同时兼顾隐私。设置指引标识与共用通道，优化空间动线管理。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71500" y="3643313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71500" y="3971925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环境融合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71500" y="4219575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营地保留原有植被与自然地貌，帐篷与树木巧妙结合，减少生态干扰。倡导无痕露营，引导团队共同维护场地清洁与宁静。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围炉煮茶、桌游卡牌与烧烤派对并行，满足不同成员的社交与放松需求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847850"/>
            <a:ext cx="2781151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围炉煮茶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2076301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在森系营地中央搭建木质茶台，配备炭火炉与精选茶品，团队成员围坐分享故事，在温润茶香中拉近距离，实现深度情感交流。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201" y="1847850"/>
            <a:ext cx="2781151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628900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桌游卡牌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2919412"/>
            <a:ext cx="2076301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提供狼人杀、阿瓦隆等社交桌游及便携卡牌，轻松激发互动乐趣，兼顾内向与外向成员的参与感，提升团队默契与协作氛围。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62352" y="1847850"/>
            <a:ext cx="2781151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28900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烧烤派对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19412"/>
            <a:ext cx="2076301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湖畔草坪设置自助烧烤区，搭配灯光装饰与背景音乐，边烤边聊，美食与夜色交融，营造轻松愉悦的集体社交场景。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可选ATV越野、皮划艇竞速与彩虹滑道等动感项目，兼顾趣味与挑战性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39875" y="240030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9908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ATV越野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38500"/>
            <a:ext cx="2413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驾驶全地形车穿梭林间小道，感受速度与激情的碰撞。越野过程考验团队协作与应变能力，是释放压力、增强默契的绝佳方式。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33875" y="240030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9908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皮划艇竞速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3850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双人或四人组队划行，通过水上传球、接力挑战等形式提升配合度。湖面平静安全，适合开展趣味竞赛与团队PK环节。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27875" y="240030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9908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彩虹滑道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38500"/>
            <a:ext cx="2413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从高处俯冲而下体验失重快感，色彩缤纷的滑道极具视觉冲击力。项目轻松刺激兼具，成为团建拍照打卡与破冰互动的热门选择。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230" b="523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整体预算约500-800元/人，涵盖装备租赁与全程领队服务，适合半日或过夜团建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4003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预算构成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647950"/>
            <a:ext cx="1714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人均500-800元涵盖帐篷、睡袋等露营装备租赁及全程专业领队服务。费用还包含餐饮烧烤、活动项目与保险，无隐性消费，透明可控。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667000" y="24003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过夜体验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667000" y="2647950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营地提供舒适过夜方案，森系帐篷配暖灯与防潮垫，夜晚可观星、围炉夜话。清晨在湖光鸟鸣中醒来，享受完整自然沉浸式团建。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62500" y="24003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服务保障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62500" y="2647950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全程配备经验丰富的领队统筹流程，确保安全与节奏。包含医疗应急、物资运输与活动指导，让团队专注享受每一刻。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0" y="24003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灵活时长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58000" y="2647950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支持半日或全天团建安排，半日聚焦下午茶与轻活动，过夜则深化互动。时间灵活适配不同企业行程规划需求。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淀山湖：水陆空全景玩法的高人气团建胜地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72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16042" r="16042" t="0" b="0"/>
          <a:stretch/>
        </p:blipFill>
        <p:spPr>
          <a:xfrm>
            <a:off x="0" y="0"/>
            <a:ext cx="9144000" cy="7572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雨林皮划艇穿行层林尽染的水域，220亩开阔湖面带来秋日童话般体验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847850"/>
            <a:ext cx="2085975" cy="29670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秋日秘境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淀山湖秋季层林尽染，220亩开阔水域倒映斑斓树影，划艇穿行其间宛如进入童话世界。水杉林与湖光交相辉映，营造出绝美的沉浸式自然体验。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86025" y="1847850"/>
            <a:ext cx="2085975" cy="29670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雨林皮划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919412"/>
            <a:ext cx="138112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专业双人皮划艇配备救生设备，教练现场教学，零基础也可轻松上手。团队分组竞速或自由漫游，增进协作又释放压力。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0" y="1847850"/>
            <a:ext cx="2085975" cy="29670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生态之美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919412"/>
            <a:ext cx="138112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湖区植被茂密，白鹭栖息、鱼跃浅滩，展现原生态湿地风貌。划行中可观测水生植物与鸟类，寓教于乐提升环保意识。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57975" y="1847850"/>
            <a:ext cx="2085975" cy="29670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拍照胜地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919412"/>
            <a:ext cx="13811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晨雾氤氲或夕阳鎏金时分，湖面光影变幻，随手一拍即是大片。网红打卡点已备好，助力团队刷爆朋友圈。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00050" y="4814888"/>
            <a:ext cx="2085975" cy="25479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52475" y="5595938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全天玩法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752475" y="5886450"/>
            <a:ext cx="13811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上午皮划艇破浪，午后衔接飞盘或烧烤，行程紧凑而松弛有度。水陆项目联动，最大化利用黄金团建时段。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230" b="523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湖边烟花秀点亮夜空，结合篝火晚会与自助烤肉，营造仪式感与集体记忆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0050" y="1847850"/>
            <a:ext cx="4171950" cy="1409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0075" y="205501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烟花盛宴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00075" y="234553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湖面倒映璀璨烟花，视觉震撼增强团队归属感。限定节日专属，营造难忘的集体记忆与仪式感。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0" y="1847850"/>
            <a:ext cx="4171950" cy="1409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72175" y="215979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篝火联欢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972175" y="245030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围聚篝火开展互动游戏，拉近成员心理距离。温暖火光中分享故事，深化情感联结。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00050" y="3257550"/>
            <a:ext cx="4171950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0075" y="346471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自助烤肉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00075" y="375523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自由搭配食材享受烹饪乐趣，满足多样口味需求。协作烧烤促进自然交流，氛围轻松融洽。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72000" y="3257550"/>
            <a:ext cx="4171950" cy="1409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72175" y="356949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夜空营地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972175" y="386000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星空下延续欢乐时光，延长团建沉浸体验。灯光装饰与音乐烘托，打造浪漫夜晚氛围。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230" b="523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拓展项目丰富多样，涵盖飞盘、攻防箭、定向寻宝及F1造车等创意团建游戏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2400300"/>
            <a:ext cx="8382000" cy="19431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1050" y="2488406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活动类型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81050" y="2864644"/>
            <a:ext cx="1557338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包含飞盘竞技、攻防箭战、定向寻宝与F1造车四大项目。这些活动形式多样，融合趣味与挑战。适合不同团队需求与场景选择。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2757488" y="2488406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核心要素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57488" y="2864644"/>
            <a:ext cx="155733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强调团队协作、策略思维与实践创新。三者有机结合，推动深度参与。提升整体协同效率与应变能力。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733925" y="2488406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能力培养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33925" y="2864644"/>
            <a:ext cx="155733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涵盖体能挑战、智力决策与创意表达。全面锻炼个体综合素质。促进成员多维度成长与发展。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710363" y="2488406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团队提升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710363" y="2864644"/>
            <a:ext cx="155733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在自然与竞技融合中增强默契。激发成员潜能与积极性。显著提升凝聚力与执行力。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43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3614" r="3614" t="0" b="0"/>
          <a:stretch/>
        </p:blipFill>
        <p:spPr>
          <a:xfrm>
            <a:off x="0" y="0"/>
            <a:ext cx="9144000" cy="55435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230" b="523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人均预算控制在200-400元之间，大巴1小时直达，适配各类企业规模与需求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828800"/>
            <a:ext cx="8382000" cy="3524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76438" y="3448050"/>
            <a:ext cx="1076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团建策划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00513" y="19716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交通便捷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367338" y="1866900"/>
            <a:ext cx="2247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距上海市区仅1小时车程，通勤高效。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5367338" y="2114550"/>
            <a:ext cx="2247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大巴直达无需换乘，降低出行成本。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100513" y="256222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费用透明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367338" y="2457450"/>
            <a:ext cx="2171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人均200至400元，预算可控。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367338" y="2705100"/>
            <a:ext cx="2171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涵盖交通、活动与餐饮，性价比高。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100513" y="31527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项目灵活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367338" y="3048000"/>
            <a:ext cx="1771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企业可自由组合活动项目。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367338" y="3295650"/>
            <a:ext cx="1771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支持弹性规划与定制化需求。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100513" y="374332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玩法多样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367338" y="3638550"/>
            <a:ext cx="230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融合皮划艇、飞盘等水陆空项目。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367338" y="3886200"/>
            <a:ext cx="230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兼顾不同年龄与体能水平，参与感强。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100513" y="43338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适配性强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367338" y="4229100"/>
            <a:ext cx="1885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支持15至500人规模团队定制。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367338" y="4476750"/>
            <a:ext cx="1885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可一日往返或延伸过夜安排。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100513" y="492442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团队互动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367338" y="4819650"/>
            <a:ext cx="1685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提升成员协作与沟通质量。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367338" y="5067300"/>
            <a:ext cx="1685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增强凝聚力与组织归属感。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综合评估与推荐建议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628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15076" r="15076" t="0" b="0"/>
          <a:stretch/>
        </p:blipFill>
        <p:spPr>
          <a:xfrm>
            <a:off x="0" y="0"/>
            <a:ext cx="9144000" cy="73628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从距离看，三地均位于江浙沪核心圈层，通勤便利但淀山湖与元荡湖更近市区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847850"/>
            <a:ext cx="2085975" cy="2757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区位优势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元荡湖与淀山湖紧邻上海市区，车程约1小时，通勤高效。天鹅湖稍远，但仍处江浙沪1.5小时交通圈内，便于团队快速抵达。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86025" y="1847850"/>
            <a:ext cx="2085975" cy="27574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交通便捷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919412"/>
            <a:ext cx="138112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三地均支持大巴直达与自驾出行，其中元荡湖和淀山湖毗邻高速出口，路况顺畅。公共交通接驳也逐步完善，利于跨城团队集结。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0" y="1847850"/>
            <a:ext cx="2085975" cy="27574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覆盖范围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919412"/>
            <a:ext cx="138112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三地辐射上海、苏州、杭州等主要城市，服务长三角企业群体。尤其适合青浦、吴江、嘉善等一体化示范区内的团队联动团建。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57975" y="1847850"/>
            <a:ext cx="2085975" cy="27574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时间效率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919412"/>
            <a:ext cx="138112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短途距离保障一日往返的可行性，节省差旅耗时。上午出发、傍晚返程的紧凑安排不影响正常工作节奏，提升参与便利性。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00050" y="4605338"/>
            <a:ext cx="2085975" cy="25479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52475" y="5386388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地理协同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752475" y="5676900"/>
            <a:ext cx="13811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元荡湖与淀山湖地理位置相邻，可实现双湖联动策划。结合水陆项目组合，打造更丰富的多点式团建路线选择。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230" b="523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从活动多样性评估，淀山湖覆盖水陆空三维体验，内容最为全面且拍照出片率高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8333" b="8333"/>
          <a:stretch/>
        </p:blipFill>
        <p:spPr>
          <a:xfrm>
            <a:off x="571500" y="1828800"/>
            <a:ext cx="1714500" cy="1428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34480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水陆空全覆盖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3695700"/>
            <a:ext cx="1714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淀山湖提供皮划艇、帆船等水上项目，搭配环湖骑行与越野车体验，实现水陆空三维联动。多种玩法融合，满足团队多样化需求，提升参与感与体验层次。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8333" b="8333"/>
          <a:stretch/>
        </p:blipFill>
        <p:spPr>
          <a:xfrm>
            <a:off x="2667000" y="1828800"/>
            <a:ext cx="1714500" cy="142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67000" y="34480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项目丰富多元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667000" y="3695700"/>
            <a:ext cx="1714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涵盖雨林皮划艇、飞盘竞技、攻防箭、F1造车等数十项活动，动静结合。不同兴趣成员皆可找到适合项目，确保全员深度参与，增强团队融合度。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8333" b="8333"/>
          <a:stretch/>
        </p:blipFill>
        <p:spPr>
          <a:xfrm>
            <a:off x="4762500" y="1828800"/>
            <a:ext cx="1714500" cy="1428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62500" y="34480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出片率极高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762500" y="3695700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彩虹桥、湖畔草坪、落日栈道等场景极具视觉美感，随手一拍即大片。高颜值打卡点助力团队留存美好记忆，社交分享传播效果极佳。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8333" b="8333"/>
          <a:stretch/>
        </p:blipFill>
        <p:spPr>
          <a:xfrm>
            <a:off x="6858000" y="1828800"/>
            <a:ext cx="1714500" cy="14287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58000" y="34480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四季皆宜体验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858000" y="3695700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春季踏青、夏季避暑、秋季赏枫、冬季观鸟，全年都有特色主题玩法。季节变化赋予不同景观体验，增加重访价值与团建策划灵活性。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从预算友好度出发，淀山湖人均成本最低，元荡湖次之，天鹅湖更适合高端定制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39875" y="240030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9908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成本对比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3850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淀山湖人均200-400元，元荡湖300-400元，天鹅湖500-800元。三者中淀山湖性价比最高，适合预算有限的团队选择。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33875" y="240030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9908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费用构成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3850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淀山湖费用含交通、皮划艇与烧烤；元荡湖涵盖骑行与CS项目；天鹅湖包含露营装备与ATV等高端体验，服务层级分明。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27875" y="240030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9908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推荐策略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3850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追求经济实惠选淀山湖，平衡体验与成本可选元荡湖，注重精致氛围与定制化服务则推荐天鹅湖，按需匹配最优方案。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5006" r="5006" t="0" b="0"/>
          <a:stretch/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5230" b="523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根据团队偏好推荐：追求松弛感选天鹅湖，重互动选元荡湖，求丰富性首选淀山湖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828800"/>
            <a:ext cx="8382000" cy="3695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98215" y="297656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80752" y="4205288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天鹅湖营地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04502" y="4457700"/>
            <a:ext cx="21685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以森系露营和围炉煮茶为特色，营造宁静自然的美学空间。适合追求放松与深度交流的团队。氛围温馨，利于情感连接。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452390" y="373856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2034927" y="1866900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元荡湖活动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558677" y="2119313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主打环湖骑行、真人CS等协作性项目。节奏紧凑且富有挑战。有效促进沟通与团队信任。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706564" y="297656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289102" y="4205288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淀山湖项目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812852" y="4457700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涵盖皮划艇、飞盘、F1造车等多元活动。水陆空玩法丰富，出片率高。满足多样化兴趣需求。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960739" y="373856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43276" y="1866900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团队需求匹配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067026" y="2119313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根据团队特点选择合适营地。注重氛围选天鹅湖，强调互动选元荡湖。追求玩法多样则选淀山湖。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214914" y="297656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797451" y="4205288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团建目标明确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321201" y="4457700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明确团建核心目标是放松、协作还是娱乐。指导营地与活动精准匹配。提升整体参与感与成效。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469088" y="373856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051625" y="1866900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综合因素考量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75375" y="2119313"/>
            <a:ext cx="2168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结合预算、时间与人数安排。平衡体验质量与成本控制。实现团建效果最大化。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AE9CE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PPT内容由通义AI生成，访问tongyi.com智能生成更多PPT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2026-01-08T13:49:13Z</dcterms:created>
  <dcterms:modified xsi:type="dcterms:W3CDTF">2026-01-08T13:49:13Z</dcterms:modified>
</cp:coreProperties>
</file>

<file path=docProps/custom.xml><?xml version="1.0" encoding="utf-8"?>
<ns0:Properties xmlns:ns0="http://schemas.openxmlformats.org/officeDocument/2006/custom-properties" xmlns:ns1="http://schemas.openxmlformats.org/officeDocument/2006/docPropsVTypes" xmlns="http://schemas.openxmlformats.org/officeDocument/2006/custom-properties" xmlns:vt="http://schemas.openxmlformats.org/officeDocument/2006/docPropsVTypes">
  <ns0:property fmtid="{D5CDD505-2E9C-101B-9397-08002B2CF9AE}" pid="2" name="AIGC">
    <ns1:lpwstr>{"Label": 1, "ContentProducer": "001191330110MADHPQQY7L10000", "ProduceID": "17fdec4458c9ad8feb591262278cbb3a", "ReservedCode1": "3ccd2c048d7ed25fc31798cc8fee3213d6e64a379613ff30eb3f5b36d0fc9ec6", "ContentPropagator": "001191330110MADHPQQY7L10000", "PropagateID": "17fdec4458c9ad8feb591262278cbb3a", "ReservedCode2": ""}</ns1:lpwstr>
  </ns0:property>
</ns0:Properties>
</file>